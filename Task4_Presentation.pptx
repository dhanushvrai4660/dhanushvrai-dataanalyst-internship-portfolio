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34" y="95197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Superstore Sales Analysis</a:t>
            </a:r>
          </a:p>
          <a:p>
            <a:r>
              <a:rPr dirty="0"/>
              <a:t>Data Storytelling &amp;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28495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Dhanush V Rai</a:t>
            </a:r>
          </a:p>
          <a:p>
            <a:pPr marL="0" indent="0">
              <a:buNone/>
            </a:pPr>
            <a:r>
              <a:rPr dirty="0"/>
              <a:t>B.E. Computer Science (Data Science)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723371"/>
            <a:ext cx="8229600" cy="1143000"/>
          </a:xfrm>
        </p:spPr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2531533"/>
            <a:ext cx="8229600" cy="4525963"/>
          </a:xfrm>
        </p:spPr>
        <p:txBody>
          <a:bodyPr/>
          <a:lstStyle/>
          <a:p>
            <a:r>
              <a:rPr dirty="0"/>
              <a:t>To analyze sales performance, profitability, and customer behavior and generate actionable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5571"/>
            <a:ext cx="8229600" cy="1143000"/>
          </a:xfrm>
        </p:spPr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334" y="2332037"/>
            <a:ext cx="8229600" cy="4525963"/>
          </a:xfrm>
        </p:spPr>
        <p:txBody>
          <a:bodyPr/>
          <a:lstStyle/>
          <a:p>
            <a:r>
              <a:t>Strong sales but inconsistent profitability. Focus on discounts, regions, categories, and losses.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3371"/>
            <a:ext cx="8229600" cy="1143000"/>
          </a:xfrm>
        </p:spPr>
        <p:txBody>
          <a:bodyPr/>
          <a:lstStyle/>
          <a:p>
            <a:r>
              <a:rPr dirty="0"/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3134"/>
            <a:ext cx="8229600" cy="4525963"/>
          </a:xfrm>
        </p:spPr>
        <p:txBody>
          <a:bodyPr/>
          <a:lstStyle/>
          <a:p>
            <a:r>
              <a:rPr dirty="0"/>
              <a:t>Data Cleaning, EDA, SQL Analysis, Power BI Dashboard, Customer Segmentation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867" y="647172"/>
            <a:ext cx="8229600" cy="1143000"/>
          </a:xfrm>
        </p:spPr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333" y="2332037"/>
            <a:ext cx="8229600" cy="4525963"/>
          </a:xfrm>
        </p:spPr>
        <p:txBody>
          <a:bodyPr/>
          <a:lstStyle/>
          <a:p>
            <a:r>
              <a:t>Total Sales: ₹2.29M</a:t>
            </a:r>
          </a:p>
          <a:p>
            <a:r>
              <a:t>Total Profit: ₹286K</a:t>
            </a:r>
          </a:p>
          <a:p>
            <a:r>
              <a:t>Total Orders: 5009</a:t>
            </a:r>
          </a:p>
          <a:p>
            <a:r>
              <a:t>Profit Margin: ~12%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highest sales</a:t>
            </a:r>
          </a:p>
          <a:p>
            <a:r>
              <a:t>West highest profit</a:t>
            </a:r>
          </a:p>
          <a:p>
            <a:r>
              <a:t>Q4 peak sales</a:t>
            </a:r>
          </a:p>
          <a:p>
            <a:r>
              <a:t>Discounts reduce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2267"/>
            <a:ext cx="8229600" cy="5562599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High Value | Medium Value | Loss Making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Majority of customers fall under medium-value segment.</a:t>
            </a:r>
          </a:p>
          <a:p>
            <a:r>
              <a:rPr lang="en-US" dirty="0"/>
              <a:t>A portion of customers are loss-making, impacting profitability.</a:t>
            </a:r>
          </a:p>
          <a:p>
            <a:r>
              <a:rPr lang="en-US" dirty="0"/>
              <a:t>Focus should be on high-value customers to improve business performance.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9F0E4-187C-4C62-4B0E-6061119B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549400"/>
            <a:ext cx="699346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 dashboard with KPIs and filters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568AF-BBA9-8FBF-D387-DDB76B7B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774"/>
            <a:ext cx="9144000" cy="464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H0: No impact</a:t>
            </a:r>
          </a:p>
          <a:p>
            <a:r>
              <a:t>H1: Impact</a:t>
            </a:r>
          </a:p>
          <a:p>
            <a:r>
              <a:t>p-value &lt; 0.05 → Significant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discounts</a:t>
            </a:r>
          </a:p>
          <a:p>
            <a:r>
              <a:t>Focus high-value customers</a:t>
            </a:r>
          </a:p>
          <a:p>
            <a:r>
              <a:t>Improve 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Superstore Sales Analysis Data Storytelling &amp; Business Insights</vt:lpstr>
      <vt:lpstr>Objective</vt:lpstr>
      <vt:lpstr>Business Problem</vt:lpstr>
      <vt:lpstr>Analysis Performed</vt:lpstr>
      <vt:lpstr>Key Metrics</vt:lpstr>
      <vt:lpstr>Key Insights</vt:lpstr>
      <vt:lpstr>Customer Segmentation</vt:lpstr>
      <vt:lpstr>Interactive Dashboard</vt:lpstr>
      <vt:lpstr>Hypothesis Testing</vt:lpstr>
      <vt:lpstr>Conclusion &amp; Actions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DHANUSH RAI</cp:lastModifiedBy>
  <cp:revision>2</cp:revision>
  <dcterms:created xsi:type="dcterms:W3CDTF">2013-01-27T09:14:16Z</dcterms:created>
  <dcterms:modified xsi:type="dcterms:W3CDTF">2026-04-04T13:19:22Z</dcterms:modified>
  <cp:category/>
</cp:coreProperties>
</file>